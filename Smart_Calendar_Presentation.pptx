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Calendar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Интеллектуальный календарь с геймификацией</a:t>
            </a:r>
          </a:p>
          <a:p>
            <a:r>
              <a:t>для подготовки к экзаменам</a:t>
            </a:r>
          </a:p>
          <a:p/>
          <a:p>
            <a:r>
              <a:t>[ВАШЕ ФИО]</a:t>
            </a:r>
          </a:p>
          <a:p>
            <a:r>
              <a:t>[ГРУППА]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❌ ПРОБЛЕМА:</a:t>
            </a:r>
          </a:p>
          <a:p>
            <a:pPr>
              <a:defRPr sz="1800"/>
            </a:pPr>
            <a:r>
              <a:t>• Выгорание перед сессией</a:t>
            </a:r>
          </a:p>
          <a:p>
            <a:pPr>
              <a:defRPr sz="1800"/>
            </a:pPr>
            <a:r>
              <a:t>• Хаос в планировании</a:t>
            </a:r>
          </a:p>
          <a:p>
            <a:pPr>
              <a:defRPr sz="1800"/>
            </a:pPr>
            <a:r>
              <a:t>• Отсутствие мотивации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РЕШЕНИЕ:</a:t>
            </a:r>
          </a:p>
          <a:p>
            <a:pPr>
              <a:defRPr sz="1800"/>
            </a:pPr>
            <a:r>
              <a:t>• Авто-генерация расписания</a:t>
            </a:r>
          </a:p>
          <a:p>
            <a:pPr>
              <a:defRPr sz="1800"/>
            </a:pPr>
            <a:r>
              <a:t>• Система XP и уровней</a:t>
            </a:r>
          </a:p>
          <a:p>
            <a:pPr>
              <a:defRPr sz="1800"/>
            </a:pPr>
            <a:r>
              <a:t>• Единая экосистема для учебы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Конкурентный анализ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📅 Google Calendar: Только даты, нет мотивации</a:t>
            </a:r>
          </a:p>
          <a:p>
            <a:pPr>
              <a:defRPr sz="1800"/>
            </a:pPr>
            <a:r>
              <a:t> Notion/Trello: Сложная настройка, перегруженный UI</a:t>
            </a:r>
          </a:p>
          <a:p>
            <a:pPr>
              <a:defRPr sz="1800"/>
            </a:pPr>
            <a:r>
              <a:t>⭐ Smart Calendar: Готов к работе сразу, заточен под учебу, честная система XP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Стиль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Минимализм: ничего лишнего</a:t>
            </a:r>
          </a:p>
          <a:p>
            <a:pPr>
              <a:defRPr sz="1800"/>
            </a:pPr>
            <a:r>
              <a:t>• Профессиональные SVG-иконки (без эмодзи)</a:t>
            </a:r>
          </a:p>
          <a:p>
            <a:pPr>
              <a:defRPr sz="1800"/>
            </a:pPr>
            <a:r>
              <a:t>• Чистая типографика</a:t>
            </a:r>
          </a:p>
          <a:p>
            <a:pPr>
              <a:defRPr sz="1800"/>
            </a:pPr>
            <a:r>
              <a:t>• Интерфейс не отвлекает от процесса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Киллер-фича №1: Умное расписание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Загрузка экзамена + пул вопросов</a:t>
            </a:r>
          </a:p>
          <a:p>
            <a:pPr>
              <a:defRPr sz="1800"/>
            </a:pPr>
            <a:r>
              <a:t>• Алгоритм распределяет нагрузку по дням</a:t>
            </a:r>
          </a:p>
          <a:p>
            <a:pPr>
              <a:defRPr sz="1800"/>
            </a:pPr>
            <a:r>
              <a:t>• Учитывает дату экзамена и свободное время</a:t>
            </a:r>
          </a:p>
          <a:p>
            <a:pPr>
              <a:defRPr sz="1800"/>
            </a:pPr>
            <a:r>
              <a:t>• Результат: готовый план без ручного труда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Киллер-фича №2: Защита XP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Начисление за день (+30), задачу (+10), Pomodoro (+5)</a:t>
            </a:r>
          </a:p>
          <a:p>
            <a:pPr>
              <a:defRPr sz="1800"/>
            </a:pPr>
            <a:r>
              <a:t>• Поле xpAwarded в БД</a:t>
            </a:r>
          </a:p>
          <a:p>
            <a:pPr>
              <a:defRPr sz="1800"/>
            </a:pPr>
            <a:r>
              <a:t>• Проверка статуса ПЕРЕД начислением</a:t>
            </a:r>
          </a:p>
          <a:p>
            <a:pPr>
              <a:defRPr sz="1800"/>
            </a:pPr>
            <a:r>
              <a:t>• XP дается строго ОДИН раз за действие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Киллер-фича №3: Pomodoro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Плавающий виджет таймера в фоне</a:t>
            </a:r>
          </a:p>
          <a:p>
            <a:pPr>
              <a:defRPr sz="1800"/>
            </a:pPr>
            <a:r>
              <a:t>• Привязка задач к экзаменам</a:t>
            </a:r>
          </a:p>
          <a:p>
            <a:pPr>
              <a:defRPr sz="1800"/>
            </a:pPr>
            <a:r>
              <a:t>• Мгновенная обратная связь при выполнении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Сценарий:</a:t>
            </a:r>
          </a:p>
          <a:p>
            <a:pPr>
              <a:defRPr sz="1800"/>
            </a:pPr>
            <a:r>
              <a:t>1. Главная → уровень и активность</a:t>
            </a:r>
          </a:p>
          <a:p>
            <a:pPr>
              <a:defRPr sz="1800"/>
            </a:pPr>
            <a:r>
              <a:t>2. Календарь → отметка дня → +30 XP</a:t>
            </a:r>
          </a:p>
          <a:p>
            <a:pPr>
              <a:defRPr sz="1800"/>
            </a:pPr>
            <a:r>
              <a:t>3. Повторная отметка → защита от накрутки</a:t>
            </a:r>
          </a:p>
          <a:p>
            <a:pPr>
              <a:defRPr sz="1800"/>
            </a:pPr>
            <a:r>
              <a:t>4. Экзамены → сгенерированное расписание</a:t>
            </a:r>
          </a:p>
          <a:p>
            <a:pPr>
              <a:defRPr sz="1800"/>
            </a:pPr>
            <a:r>
              <a:t>5. Pomodoro → запуск таймера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⚠️ Демка подготовлена заранее!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Backend: Symfony (PHP), Doctrine ORM, MySQL</a:t>
            </a:r>
          </a:p>
          <a:p>
            <a:pPr>
              <a:defRPr sz="1800"/>
            </a:pPr>
            <a:r>
              <a:t>Безопасность: CSRF-защита, bcrypt хеширование</a:t>
            </a:r>
          </a:p>
          <a:p>
            <a:pPr>
              <a:defRPr sz="1800"/>
            </a:pPr>
            <a:r>
              <a:t>DevOps: Миграции БД, Git контроль версий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Calendar помогает учиться эффективнее.</a:t>
            </a:r>
          </a:p>
          <a:p/>
          <a:p>
            <a:r>
              <a:t>Планы: Мобильное приложение, AI-рекомендации</a:t>
            </a:r>
          </a:p>
          <a:p>
            <a:r>
              <a:t>GitHub: github.com/riorita41-cloud/Smart-calendar</a:t>
            </a:r>
          </a:p>
          <a:p/>
          <a:p>
            <a:r>
              <a:t>❓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